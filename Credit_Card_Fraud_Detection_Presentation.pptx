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Card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Project</a:t>
            </a:r>
          </a:p>
          <a:p>
            <a:r>
              <a:t>Manas Nayan Mukherjee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fraudulent credit card transactions using machine learning.</a:t>
            </a:r>
          </a:p>
          <a:p>
            <a:r>
              <a:t>Challenge: Highly imbalanced dataset with rare fraud cases.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Transactions: 284,807</a:t>
            </a:r>
          </a:p>
          <a:p>
            <a:r>
              <a:t>Fraud Cases: 492 (~0.17%)</a:t>
            </a:r>
          </a:p>
          <a:p>
            <a:r>
              <a:t>Features: PCA components (V1–V28), Amount, Time,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 records</a:t>
            </a:r>
          </a:p>
          <a:p>
            <a:r>
              <a:t>Verified no missing values</a:t>
            </a:r>
          </a:p>
          <a:p>
            <a:r>
              <a:t>Handled class imbalance using SMOTE</a:t>
            </a:r>
          </a:p>
          <a:p>
            <a:r>
              <a:t>Feature scaling applied to Amount and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Univariate analysis of Amount, Time, Class</a:t>
            </a:r>
          </a:p>
          <a:p>
            <a:r>
              <a:t>Bivariate analysis: Fraud vs Non-Fraud</a:t>
            </a:r>
          </a:p>
          <a:p>
            <a:r>
              <a:t>Outlier detection using IQR and boxplots</a:t>
            </a:r>
          </a:p>
          <a:p>
            <a:r>
              <a:t>Time-based fraud pattern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Model: Logistic Regression</a:t>
            </a:r>
          </a:p>
          <a:p>
            <a:r>
              <a:t>Advanced Models:</a:t>
            </a:r>
          </a:p>
          <a:p>
            <a:r>
              <a:t>- Random Forest</a:t>
            </a:r>
          </a:p>
          <a:p>
            <a:r>
              <a:t>- Gradient Boosting</a:t>
            </a:r>
          </a:p>
          <a:p>
            <a:r>
              <a:t>Class-weight adjustments 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Metric: Recall</a:t>
            </a:r>
          </a:p>
          <a:p>
            <a:r>
              <a:t>Other Metrics:</a:t>
            </a:r>
          </a:p>
          <a:p>
            <a:r>
              <a:t>- Precision</a:t>
            </a:r>
          </a:p>
          <a:p>
            <a:r>
              <a:t>- F1-Score</a:t>
            </a:r>
          </a:p>
          <a:p>
            <a:r>
              <a:t>- ROC-AUC</a:t>
            </a:r>
          </a:p>
          <a:p>
            <a:r>
              <a:t>- Confusion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ROC-AUC ≈ 0.99</a:t>
            </a:r>
          </a:p>
          <a:p>
            <a:r>
              <a:t>Random Forest ROC-AUC ≈ 1.00</a:t>
            </a:r>
          </a:p>
          <a:p>
            <a:r>
              <a:t>Gradient Boosting ROC-AUC ≈ 0.998</a:t>
            </a:r>
          </a:p>
          <a:p>
            <a:r>
              <a:t>Random Forest selected as final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Threshold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Adjusted decision thresholds</a:t>
            </a:r>
          </a:p>
          <a:p>
            <a:r>
              <a:t>Balanced fraud recall and false positives</a:t>
            </a:r>
          </a:p>
          <a:p>
            <a:r>
              <a:t>Optimized for financial risk minimization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transactions show amount anomalies</a:t>
            </a:r>
          </a:p>
          <a:p>
            <a:r>
              <a:t>Temporal concentration of fraud events</a:t>
            </a:r>
          </a:p>
          <a:p>
            <a:r>
              <a:t>Recall-focused evaluation is critical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optimized fraud detection model</a:t>
            </a:r>
          </a:p>
          <a:p>
            <a:r>
              <a:t>Use threshold-based alert systems</a:t>
            </a:r>
          </a:p>
          <a:p>
            <a:r>
              <a:t>Continuously monitor and retrain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fraud detection pipeline built</a:t>
            </a:r>
          </a:p>
          <a:p>
            <a:r>
              <a:t>High recall achieved with minimal false positives</a:t>
            </a:r>
          </a:p>
          <a:p>
            <a:r>
              <a:t>Solution scalable for real-world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